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📋 任务执行报告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帮我分析一下加密货币的趋势 要求专业详细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生成时间: 2026-01-11 13:33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361EE"/>
                </a:solidFill>
              </a:defRPr>
            </a:pPr>
            <a:r>
              <a:t>任务概览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🆔 任务ID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188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task_1768057337910_ul5lmvrml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📝 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帮我分析一下加密货币的趋势 要求专业详细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📊 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51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📈 完成率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383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2/2 步骤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361EE"/>
                </a:solidFill>
              </a:defRPr>
            </a:pPr>
            <a:r>
              <a:t>执行步骤 (1-2/2)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097280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✅ 步骤 1: 处理和分析数据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Agent: data | 状态: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步骤 '处理和分析数据' 完成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1097280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✅ 步骤 2: 分析和总结结果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Agent: llm | 状态: 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 首先，我需要明确一下，我将从哪些方面分析加密货币的趋势。通常，这些分析可能包括技术分析、基本面分析以及市场情绪分析。请问您更倾向于哪一种分析方式，或者您希望我综合考虑这些因素？</a:t>
            </a:r>
            <a:br/>
            <a:br/>
            <a:r>
              <a:t>此外，您是否有特定...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361EE"/>
                </a:solidFill>
              </a:defRPr>
            </a:pPr>
            <a:r>
              <a:t>🎯 执行结果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 帮我分析一下加密货币的趋势 要求专业详细 - 执行报告</a:t>
            </a:r>
            <a:br/>
            <a:br/>
            <a:r>
              <a:t>执行时间: 2026-01-10 23:02:48</a:t>
            </a:r>
            <a:br/>
            <a:br/>
            <a:r>
              <a:t>## 执行步骤</a:t>
            </a:r>
            <a:br/>
            <a:br/>
            <a:r>
              <a:t>### 1. 处理和分析数据 (data)</a:t>
            </a:r>
            <a:br/>
            <a:br/>
            <a:r>
              <a:t>步骤 '处理和分析数据' 完成</a:t>
            </a:r>
            <a:br/>
            <a:br/>
            <a:r>
              <a:t>### 2. 分析和总结结果 (llm)</a:t>
            </a:r>
            <a:br/>
            <a:br/>
            <a:r>
              <a:t> 首先，我需要明确一下，我将从哪些方面分析加密货币的趋势。通常，这些分析可能包括技术分析、基本面分析以及市场情绪分析。请问您更倾向于哪一种分析方式，或者您希望我综合考虑这些因素？</a:t>
            </a:r>
            <a:br/>
            <a:br/>
            <a:r>
              <a:t>此外，您是否有特定的加密货币或时间范围需要关注？例如，比特币（BTC）的近期价格波动，或者以太坊（ETH）的长期趋势？还有，您希望了解哪些具体的方面？比如价格预测、市场动态、监管变化等？</a:t>
            </a:r>
            <a:br/>
            <a:br/>
            <a:r>
              <a:t>请提供更多细节，这样我可以更有针对性地为您分析。 </a:t>
            </a:r>
            <a:br/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✨ 报告完成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Powered by JoinFlow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